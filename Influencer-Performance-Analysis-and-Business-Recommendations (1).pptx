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Montserrat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rakhichakrabarty8@gmail.com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063347"/>
            <a:ext cx="7416403" cy="21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Influencer Performance Analysis &amp; Business Recommendations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3537347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2185988" y="4277678"/>
            <a:ext cx="4771906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650" b="1" spc="-2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UNIFIED MENTOR PROJECT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863798" y="5068491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Project Submission by: Rakhi Chakrabarty | Date: April 2025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3798" y="5716310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Email ID – </a:t>
            </a:r>
            <a:pPr algn="l" indent="0" marL="0">
              <a:lnSpc>
                <a:spcPts val="2900"/>
              </a:lnSpc>
              <a:buNone/>
            </a:pPr>
            <a:r>
              <a:rPr lang="en-US" sz="1900" u="sng" dirty="0">
                <a:solidFill>
                  <a:srgbClr val="2D2E3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rakhichakrabarty8@gmail.com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
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3798" y="6752749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18" y="6760369"/>
            <a:ext cx="379690" cy="3796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2078" y="6734294"/>
            <a:ext cx="2939653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3D3838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by Rakhi Chakrabarty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37434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Agenda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3569256"/>
            <a:ext cx="4136350" cy="1194911"/>
          </a:xfrm>
          <a:prstGeom prst="roundRect">
            <a:avLst>
              <a:gd name="adj" fmla="val 3099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110615" y="3816072"/>
            <a:ext cx="348805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Overview of Key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246965" y="3569256"/>
            <a:ext cx="4136350" cy="1194911"/>
          </a:xfrm>
          <a:prstGeom prst="roundRect">
            <a:avLst>
              <a:gd name="adj" fmla="val 3099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5493782" y="3816072"/>
            <a:ext cx="3642717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 Ratio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30132" y="3569256"/>
            <a:ext cx="4136350" cy="1194911"/>
          </a:xfrm>
          <a:prstGeom prst="roundRect">
            <a:avLst>
              <a:gd name="adj" fmla="val 309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9876949" y="3816072"/>
            <a:ext cx="3642717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Channel-wise Performance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3798" y="5010983"/>
            <a:ext cx="6328053" cy="844272"/>
          </a:xfrm>
          <a:prstGeom prst="roundRect">
            <a:avLst>
              <a:gd name="adj" fmla="val 4385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110615" y="5257800"/>
            <a:ext cx="457795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Follower and Likes Relationship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438668" y="5010983"/>
            <a:ext cx="6328053" cy="844272"/>
          </a:xfrm>
          <a:prstGeom prst="roundRect">
            <a:avLst>
              <a:gd name="adj" fmla="val 4385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685484" y="5257800"/>
            <a:ext cx="34598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 Influencers Insights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825817"/>
            <a:ext cx="4201478" cy="42219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5288399"/>
            <a:ext cx="7761327" cy="455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spc="-2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New Post Performance Ratio Distribution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63798" y="6165175"/>
            <a:ext cx="360878" cy="360878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385054" y="6165175"/>
            <a:ext cx="1823085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spc="-14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85054" y="6489144"/>
            <a:ext cx="5850017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Most posts have performance ratio between 0.75-1.0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385054" y="6826091"/>
            <a:ext cx="5850017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Few posts in low or viral performant brackets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85054" y="7163038"/>
            <a:ext cx="5850017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Consistent engagement across content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95448" y="6165175"/>
            <a:ext cx="360878" cy="360878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7916704" y="6165175"/>
            <a:ext cx="195179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spc="-14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Implication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16704" y="6489144"/>
            <a:ext cx="5850017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Strategy effective; opportunity for more viral content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692229"/>
            <a:ext cx="7984212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spc="-35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Average Likes per Post by Channel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1648063"/>
            <a:ext cx="9254490" cy="42612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6328767"/>
            <a:ext cx="22438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spc="-18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Insight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63798" y="6806684"/>
            <a:ext cx="62105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Instagram leads with highest average likes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63798" y="7171968"/>
            <a:ext cx="62105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Facebook and Twitter lag significantly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563683" y="6328767"/>
            <a:ext cx="2403396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spc="-18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Implication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63683" y="6806684"/>
            <a:ext cx="62105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Focus marketing efforts primarily on Instagram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869" y="882848"/>
            <a:ext cx="7130058" cy="41464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887670" y="841296"/>
            <a:ext cx="2890480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859869" y="5512951"/>
            <a:ext cx="5032891" cy="52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spc="-33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Followers vs Total Likes</a:t>
            </a:r>
            <a:endParaRPr lang="en-US" sz="3250" dirty="0"/>
          </a:p>
        </p:txBody>
      </p:sp>
      <p:sp>
        <p:nvSpPr>
          <p:cNvPr id="5" name="Shape 2"/>
          <p:cNvSpPr/>
          <p:nvPr/>
        </p:nvSpPr>
        <p:spPr>
          <a:xfrm>
            <a:off x="859869" y="6519982"/>
            <a:ext cx="414576" cy="41457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1458635" y="6519982"/>
            <a:ext cx="209395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spc="-16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58635" y="6892171"/>
            <a:ext cx="5764530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Strong positive correlation between followers and likes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58635" y="7279124"/>
            <a:ext cx="5764530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Some influencers exceed expected engagement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407354" y="6519982"/>
            <a:ext cx="414576" cy="41457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8006120" y="6519982"/>
            <a:ext cx="2242661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spc="-16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Implication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006120" y="6892171"/>
            <a:ext cx="5764530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Engage "high-efficiency" influencers for better ROI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810220"/>
            <a:ext cx="12425958" cy="3375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4555569"/>
            <a:ext cx="1145250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 10 Influencers by Engagement Rate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63798" y="5627013"/>
            <a:ext cx="185023" cy="350639"/>
          </a:xfrm>
          <a:prstGeom prst="roundRect">
            <a:avLst>
              <a:gd name="adj" fmla="val 20011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418987" y="5627013"/>
            <a:ext cx="517159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Micro-influencers lead engagement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233964" y="6224468"/>
            <a:ext cx="185023" cy="350639"/>
          </a:xfrm>
          <a:prstGeom prst="roundRect">
            <a:avLst>
              <a:gd name="adj" fmla="val 20011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1789152" y="6224468"/>
            <a:ext cx="658332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Engagement not proportional to follower size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604248" y="6821924"/>
            <a:ext cx="185023" cy="350639"/>
          </a:xfrm>
          <a:prstGeom prst="roundRect">
            <a:avLst>
              <a:gd name="adj" fmla="val 20011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2159437" y="6821924"/>
            <a:ext cx="612493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Prioritize engagement over follower count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730329"/>
            <a:ext cx="12828151" cy="3662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4763095"/>
            <a:ext cx="897897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 10 Influencers by Followers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63798" y="6112193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665923" y="611219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65923" y="6610826"/>
            <a:ext cx="552592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Follower concentration among a few influencers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665923" y="7128986"/>
            <a:ext cx="552592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Engagement rates vary across top followers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38668" y="6112193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8240792" y="6112193"/>
            <a:ext cx="300418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Implication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40792" y="6610826"/>
            <a:ext cx="552592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Blend reach and engagement in influencer selection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40" y="672465"/>
            <a:ext cx="10334744" cy="55092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5940" y="6475095"/>
            <a:ext cx="4799767" cy="555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spc="-35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Dashboard Overview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5940" y="7324249"/>
            <a:ext cx="12918519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Comprehensive view: activity, reach, engagement, demographics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626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488" y="3736419"/>
            <a:ext cx="5591294" cy="696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spc="-4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Dashboard Insights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857488" y="5902404"/>
            <a:ext cx="2953226" cy="244912"/>
          </a:xfrm>
          <a:prstGeom prst="roundRect">
            <a:avLst>
              <a:gd name="adj" fmla="val 15006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857488" y="6514743"/>
            <a:ext cx="2953226" cy="1044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Instagram highest reach and engagement</a:t>
            </a:r>
            <a:endParaRPr lang="en-US" sz="2150" dirty="0"/>
          </a:p>
        </p:txBody>
      </p:sp>
      <p:sp>
        <p:nvSpPr>
          <p:cNvPr id="6" name="Shape 3"/>
          <p:cNvSpPr/>
          <p:nvPr/>
        </p:nvSpPr>
        <p:spPr>
          <a:xfrm>
            <a:off x="4178141" y="5534858"/>
            <a:ext cx="2953345" cy="244912"/>
          </a:xfrm>
          <a:prstGeom prst="roundRect">
            <a:avLst>
              <a:gd name="adj" fmla="val 15006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4178141" y="6147197"/>
            <a:ext cx="2953345" cy="1044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Influencer activity and demographics aligned</a:t>
            </a:r>
            <a:endParaRPr lang="en-US" sz="2150" dirty="0"/>
          </a:p>
        </p:txBody>
      </p:sp>
      <p:sp>
        <p:nvSpPr>
          <p:cNvPr id="8" name="Shape 5"/>
          <p:cNvSpPr/>
          <p:nvPr/>
        </p:nvSpPr>
        <p:spPr>
          <a:xfrm>
            <a:off x="7498913" y="5167313"/>
            <a:ext cx="2953226" cy="244912"/>
          </a:xfrm>
          <a:prstGeom prst="roundRect">
            <a:avLst>
              <a:gd name="adj" fmla="val 15006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7498913" y="5779651"/>
            <a:ext cx="2953226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Strategy must be Instagram-centric</a:t>
            </a:r>
            <a:endParaRPr lang="en-US" sz="2150" dirty="0"/>
          </a:p>
        </p:txBody>
      </p:sp>
      <p:sp>
        <p:nvSpPr>
          <p:cNvPr id="10" name="Shape 7"/>
          <p:cNvSpPr/>
          <p:nvPr/>
        </p:nvSpPr>
        <p:spPr>
          <a:xfrm>
            <a:off x="10819567" y="4799886"/>
            <a:ext cx="2953345" cy="244912"/>
          </a:xfrm>
          <a:prstGeom prst="roundRect">
            <a:avLst>
              <a:gd name="adj" fmla="val 15006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0819567" y="5412224"/>
            <a:ext cx="2953345" cy="139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spc="-22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Fine-tune by engagement demographics &amp; niches</a:t>
            </a:r>
            <a:endParaRPr lang="en-US" sz="2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3079433"/>
            <a:ext cx="778704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Business Observations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4237196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Consistent post-performance ratios overall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4693682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Instagram leads in platform performance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4237196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Engagement varies independent of follower count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4693682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Micro-influencers offer significant growth opportunities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009894"/>
            <a:ext cx="5609749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Solutions</a:t>
            </a:r>
            <a:pPr algn="l"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906083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•Prioritize partnerships with high-engagement micro-influencers.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455390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•Focus campaigns heavily on Instagram.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520172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•Run experimental "viral content" campaigns to push posts into top performance brackets.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5849541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•Blend partnerships across different follower tiers to maximize both reach and engagement.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360533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555444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•Current influencer marketing strategies are solid but can be enhanced.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4203263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•Engagement quality matters more than follower quantity.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851083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•Instagram should remain the key focus, with strategic diversification.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549890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•Implement data-driven influencer selection and continuously monitor engagement trends.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3413522"/>
            <a:ext cx="7639050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i="1" spc="-4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                            Thank You!</a:t>
            </a:r>
            <a:pPr algn="l" indent="0" marL="0">
              <a:lnSpc>
                <a:spcPts val="5500"/>
              </a:lnSpc>
              <a:buNone/>
            </a:pPr>
            <a:r>
              <a:rPr lang="en-US" sz="4400" b="1" i="1" spc="-44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2025-04-23T04:15:53Z</dcterms:created>
  <dcterms:modified xsi:type="dcterms:W3CDTF">2025-04-23T04:15:53Z</dcterms:modified>
</cp:coreProperties>
</file>